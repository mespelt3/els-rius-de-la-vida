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983d057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983d057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983d057e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983d057e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983d057e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983d057e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983d057e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983d057e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983d057e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983d057e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Grup A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1. Collage utilitzant els  rius a la vida en forma de persona.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2. Present i futur en una habitació amb objectes diferents que ho representin.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3. Laberint amb diferents sortides i entrades.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4. Marcar diferents camins al terra amb dubtes.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5. Arbre amb fulles amb missatges, objectius i dificultats.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/>
              <a:t>6. Collage més teatres sobre el nostre futur.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Grup B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1. Museu amb objectes (del futur i del present).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2. Quadre o galeria d'art.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3. Laberint vist des de fora, la gent escull les seves direccions.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4. Ruta o circuit on les famílies escullen direccions, andesten influenciades.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5. Balança amb opinions i decisions i moments.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/>
              <a:t>6. Teatre, intercanvi de vides, intercanvi de cos, en la presa de decisions.acompanyat d'una galeria on representa el cervell com funciona en la presa de decisions.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OBJECTIUS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ca" sz="2400">
                <a:solidFill>
                  <a:schemeClr val="dk1"/>
                </a:solidFill>
              </a:rPr>
              <a:t>1 : Definir com serà les instal·lació artística i la performance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ca" sz="2400">
                <a:solidFill>
                  <a:schemeClr val="dk1"/>
                </a:solidFill>
              </a:rPr>
              <a:t>2: Definir les diferents parts en que estarà formada 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ca" sz="2400">
                <a:solidFill>
                  <a:schemeClr val="dk1"/>
                </a:solidFill>
              </a:rPr>
              <a:t>3: Definir els grups de persones que treballaran cada part 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ca" sz="2400">
                <a:solidFill>
                  <a:schemeClr val="dk1"/>
                </a:solidFill>
              </a:rPr>
              <a:t>4: Buscar un títol 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COMPORTAMENTS A AVALUAR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ca" sz="2400">
                <a:solidFill>
                  <a:schemeClr val="dk1"/>
                </a:solidFill>
              </a:rPr>
              <a:t>C1 : Planifico, organitzo i prioritzo les tasques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ca" sz="2400">
                <a:solidFill>
                  <a:schemeClr val="dk1"/>
                </a:solidFill>
              </a:rPr>
              <a:t>C2: Participo en la presa de decisions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ca" sz="2400">
                <a:solidFill>
                  <a:schemeClr val="dk1"/>
                </a:solidFill>
              </a:rPr>
              <a:t>C3: Mantinc el focus en la tasca 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ca" sz="2400">
                <a:solidFill>
                  <a:schemeClr val="dk1"/>
                </a:solidFill>
              </a:rPr>
              <a:t>C4: Aporta idees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39381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/>
              <a:t>COMPORTAMENTS A AVALUAR</a:t>
            </a:r>
            <a:endParaRPr b="1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4260300" cy="37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ca" sz="2400">
                <a:solidFill>
                  <a:schemeClr val="dk1"/>
                </a:solidFill>
              </a:rPr>
              <a:t>C1 : Planifico, organitzo i prioritzo les tasques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ca" sz="2400">
                <a:solidFill>
                  <a:schemeClr val="dk1"/>
                </a:solidFill>
              </a:rPr>
              <a:t>C2: Participo en la presa de decisions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ca" sz="2400">
                <a:solidFill>
                  <a:schemeClr val="dk1"/>
                </a:solidFill>
              </a:rPr>
              <a:t>C3: Mantinc el focus en la tasca 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ca" sz="2400">
                <a:solidFill>
                  <a:schemeClr val="dk1"/>
                </a:solidFill>
              </a:rPr>
              <a:t>C4: Aporta idees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4572000" y="445025"/>
            <a:ext cx="42603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/>
              <a:t>OBJECTIUS</a:t>
            </a:r>
            <a:endParaRPr b="1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4410900" y="1329475"/>
            <a:ext cx="458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400">
                <a:solidFill>
                  <a:schemeClr val="dk1"/>
                </a:solidFill>
              </a:rPr>
              <a:t>1 : Definir com serà les instal·lació artística i la performance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ca" sz="2400">
                <a:solidFill>
                  <a:schemeClr val="dk1"/>
                </a:solidFill>
              </a:rPr>
              <a:t>2: Definir les diferents parts en que estarà formada 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ca" sz="2400">
                <a:solidFill>
                  <a:schemeClr val="dk1"/>
                </a:solidFill>
              </a:rPr>
              <a:t>3: Definir els grups de persones que treballaran cada part 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ca" sz="2400">
                <a:solidFill>
                  <a:schemeClr val="dk1"/>
                </a:solidFill>
              </a:rPr>
              <a:t>4: Buscar un títol 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
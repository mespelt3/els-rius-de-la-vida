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9a35c1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9a35c1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367800"/>
            <a:ext cx="8520600" cy="42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ca" sz="2400">
                <a:solidFill>
                  <a:schemeClr val="dk1"/>
                </a:solidFill>
              </a:rPr>
              <a:t>En què t’has basat a l’hora de fer la teva projecció.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ca" sz="2400">
                <a:solidFill>
                  <a:schemeClr val="dk1"/>
                </a:solidFill>
              </a:rPr>
              <a:t>A quin record li tens més estima?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ca" sz="2400">
                <a:solidFill>
                  <a:schemeClr val="dk1"/>
                </a:solidFill>
              </a:rPr>
              <a:t>Te’n penedeixes d’alguna cosa? De quina?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ca" sz="2400">
                <a:solidFill>
                  <a:schemeClr val="dk1"/>
                </a:solidFill>
              </a:rPr>
              <a:t>Què és el que més t’agrada?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ca" sz="2400">
                <a:solidFill>
                  <a:schemeClr val="dk1"/>
                </a:solidFill>
              </a:rPr>
              <a:t>Creus que és probable que et passi el què has imaginat? Per què?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ca" sz="2400">
                <a:solidFill>
                  <a:schemeClr val="dk1"/>
                </a:solidFill>
              </a:rPr>
              <a:t>Com ha canviat la teva mirada un cop has vist les propostes de les altres persones?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ca" sz="2400">
                <a:solidFill>
                  <a:schemeClr val="dk1"/>
                </a:solidFill>
              </a:rPr>
              <a:t>En què t’has identificat veient les propostes de les altres persones?</a:t>
            </a:r>
            <a:endParaRPr sz="3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
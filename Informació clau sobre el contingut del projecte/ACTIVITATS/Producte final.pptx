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535C3D3-548C-4384-986C-B524DD19137E}">
  <a:tblStyle styleId="{A535C3D3-548C-4384-986C-B524DD19137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67b59641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67b59641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67b59641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67b59641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67b596416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67b596416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oogle Shape;54;p13"/>
          <p:cNvGraphicFramePr/>
          <p:nvPr/>
        </p:nvGraphicFramePr>
        <p:xfrm>
          <a:off x="639150" y="775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{A535C3D3-548C-4384-986C-B524DD19137E}</a:tableStyleId>
              </a:tblPr>
              <a:tblGrid>
                <a:gridCol w="1514575"/>
                <a:gridCol w="1514575"/>
                <a:gridCol w="1514575"/>
                <a:gridCol w="1514575"/>
                <a:gridCol w="1514575"/>
              </a:tblGrid>
              <a:tr h="459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800"/>
                        <a:t>1 (revista)</a:t>
                      </a:r>
                      <a:endParaRPr sz="1800"/>
                    </a:p>
                  </a:txBody>
                  <a:tcPr marT="63500" marB="63500" marR="63500" marL="63500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800"/>
                        <a:t>2 (documental)</a:t>
                      </a:r>
                      <a:endParaRPr sz="1800"/>
                    </a:p>
                  </a:txBody>
                  <a:tcPr marT="63500" marB="63500" marR="63500" marL="63500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800"/>
                        <a:t>3 (llibre)</a:t>
                      </a:r>
                      <a:endParaRPr sz="1800"/>
                    </a:p>
                  </a:txBody>
                  <a:tcPr marT="63500" marB="63500" marR="63500" marL="63500"/>
                </a:tc>
                <a:tc hMerge="1"/>
              </a:tr>
              <a:tr h="3712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Alex R.</a:t>
                      </a:r>
                      <a:endParaRPr sz="16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Adrian</a:t>
                      </a:r>
                      <a:endParaRPr sz="16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Rehan</a:t>
                      </a:r>
                      <a:endParaRPr sz="16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Dani</a:t>
                      </a:r>
                      <a:endParaRPr sz="16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Lluna</a:t>
                      </a:r>
                      <a:endParaRPr sz="16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Abril S</a:t>
                      </a:r>
                      <a:endParaRPr sz="16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Alexandra</a:t>
                      </a:r>
                      <a:endParaRPr sz="16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Mar</a:t>
                      </a:r>
                      <a:endParaRPr sz="16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Julia</a:t>
                      </a:r>
                      <a:endParaRPr sz="16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Juliette</a:t>
                      </a:r>
                      <a:endParaRPr sz="16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Isma</a:t>
                      </a:r>
                      <a:endParaRPr sz="16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Lola</a:t>
                      </a:r>
                      <a:endParaRPr sz="16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Gemma</a:t>
                      </a:r>
                      <a:endParaRPr sz="16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Meliza</a:t>
                      </a:r>
                      <a:endParaRPr sz="16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Alex M</a:t>
                      </a:r>
                      <a:endParaRPr sz="16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Arnau</a:t>
                      </a:r>
                      <a:endParaRPr sz="16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Gerard</a:t>
                      </a:r>
                      <a:endParaRPr sz="16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Oriol</a:t>
                      </a:r>
                      <a:endParaRPr sz="16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Dario</a:t>
                      </a:r>
                      <a:endParaRPr sz="16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Elia</a:t>
                      </a:r>
                      <a:endParaRPr sz="16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Angelina</a:t>
                      </a:r>
                      <a:endParaRPr sz="16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Iñaki</a:t>
                      </a:r>
                      <a:endParaRPr sz="16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Daniela</a:t>
                      </a:r>
                      <a:endParaRPr sz="16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Aitana</a:t>
                      </a:r>
                      <a:endParaRPr sz="16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Javairia</a:t>
                      </a:r>
                      <a:endParaRPr sz="16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Mano</a:t>
                      </a:r>
                      <a:r>
                        <a:rPr lang="ca" sz="1600"/>
                        <a:t>n</a:t>
                      </a:r>
                      <a:endParaRPr sz="16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Abdu</a:t>
                      </a:r>
                      <a:endParaRPr sz="16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Jan</a:t>
                      </a:r>
                      <a:endParaRPr sz="16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Chloe</a:t>
                      </a:r>
                      <a:endParaRPr sz="16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Gemma</a:t>
                      </a:r>
                      <a:endParaRPr sz="16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Eric</a:t>
                      </a:r>
                      <a:endParaRPr sz="16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Sofia</a:t>
                      </a:r>
                      <a:endParaRPr sz="16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Nahomy</a:t>
                      </a:r>
                      <a:endParaRPr sz="16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Alba</a:t>
                      </a:r>
                      <a:endParaRPr sz="16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Bet</a:t>
                      </a:r>
                      <a:endParaRPr sz="16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Ainoha</a:t>
                      </a:r>
                      <a:endParaRPr sz="16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Martina</a:t>
                      </a:r>
                      <a:endParaRPr sz="16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Jana</a:t>
                      </a:r>
                      <a:endParaRPr sz="16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Ainara</a:t>
                      </a:r>
                      <a:endParaRPr sz="16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Angel</a:t>
                      </a:r>
                      <a:endParaRPr sz="16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Joel</a:t>
                      </a:r>
                      <a:endParaRPr sz="16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Unai</a:t>
                      </a:r>
                      <a:endParaRPr sz="16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Jesús</a:t>
                      </a:r>
                      <a:endParaRPr sz="16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Nayara</a:t>
                      </a:r>
                      <a:endParaRPr sz="16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Nahomy</a:t>
                      </a:r>
                      <a:endParaRPr sz="16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Victor</a:t>
                      </a:r>
                      <a:endParaRPr sz="16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Sofia</a:t>
                      </a:r>
                      <a:endParaRPr sz="16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Rachel</a:t>
                      </a:r>
                      <a:endParaRPr sz="16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Guillem</a:t>
                      </a:r>
                      <a:endParaRPr sz="16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Yedra</a:t>
                      </a:r>
                      <a:endParaRPr sz="16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Beth</a:t>
                      </a:r>
                      <a:endParaRPr sz="16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Marta</a:t>
                      </a:r>
                      <a:endParaRPr sz="16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Aina</a:t>
                      </a:r>
                      <a:endParaRPr sz="16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Carima </a:t>
                      </a:r>
                      <a:endParaRPr sz="16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/>
                        <a:t>Noa</a:t>
                      </a:r>
                      <a:endParaRPr sz="1600"/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  <p:sp>
        <p:nvSpPr>
          <p:cNvPr id="55" name="Google Shape;55;p13"/>
          <p:cNvSpPr txBox="1"/>
          <p:nvPr>
            <p:ph type="title"/>
          </p:nvPr>
        </p:nvSpPr>
        <p:spPr>
          <a:xfrm>
            <a:off x="639150" y="116175"/>
            <a:ext cx="8981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GRUPS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274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Objectius: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846700"/>
            <a:ext cx="8520600" cy="41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ca">
                <a:solidFill>
                  <a:schemeClr val="dk1"/>
                </a:solidFill>
              </a:rPr>
              <a:t>Tothom est</a:t>
            </a:r>
            <a:r>
              <a:rPr lang="ca">
                <a:solidFill>
                  <a:schemeClr val="dk1"/>
                </a:solidFill>
              </a:rPr>
              <a:t>à a un grup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ca">
                <a:solidFill>
                  <a:schemeClr val="dk1"/>
                </a:solidFill>
              </a:rPr>
              <a:t>Definir com serà cada producte: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ca">
                <a:solidFill>
                  <a:schemeClr val="dk1"/>
                </a:solidFill>
              </a:rPr>
              <a:t>REVISTA : Índex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ca">
                <a:solidFill>
                  <a:schemeClr val="dk1"/>
                </a:solidFill>
              </a:rPr>
              <a:t>DOCUMENTAL: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romanLcPeriod"/>
            </a:pPr>
            <a:r>
              <a:rPr lang="ca">
                <a:solidFill>
                  <a:schemeClr val="dk1"/>
                </a:solidFill>
              </a:rPr>
              <a:t>Decidir temàtica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romanLcPeriod"/>
            </a:pPr>
            <a:r>
              <a:rPr lang="ca">
                <a:solidFill>
                  <a:schemeClr val="dk1"/>
                </a:solidFill>
              </a:rPr>
              <a:t>Organitzar diferents parts del documental (inici, nus, desenllaç…)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romanLcPeriod"/>
            </a:pPr>
            <a:r>
              <a:rPr lang="ca">
                <a:solidFill>
                  <a:schemeClr val="dk1"/>
                </a:solidFill>
              </a:rPr>
              <a:t>Definir com el farem tècnicament, quin material necessitarem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ca">
                <a:solidFill>
                  <a:schemeClr val="dk1"/>
                </a:solidFill>
              </a:rPr>
              <a:t>LLIBRES: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romanLcPeriod"/>
            </a:pPr>
            <a:r>
              <a:rPr lang="ca">
                <a:solidFill>
                  <a:schemeClr val="dk1"/>
                </a:solidFill>
              </a:rPr>
              <a:t>De què aniran els llibres?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romanLcPeriod"/>
            </a:pPr>
            <a:r>
              <a:rPr lang="ca">
                <a:solidFill>
                  <a:schemeClr val="dk1"/>
                </a:solidFill>
              </a:rPr>
              <a:t>Amb quin objectiu volem fer aquests llibres?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romanLcPeriod"/>
            </a:pPr>
            <a:r>
              <a:rPr lang="ca">
                <a:solidFill>
                  <a:schemeClr val="dk1"/>
                </a:solidFill>
              </a:rPr>
              <a:t>Com els farem?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ca">
                <a:solidFill>
                  <a:schemeClr val="dk1"/>
                </a:solidFill>
              </a:rPr>
              <a:t>Fer subgrups de treball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3020"/>
              <a:t>Avaluaci</a:t>
            </a:r>
            <a:r>
              <a:rPr lang="ca" sz="3020"/>
              <a:t>ó Comportaments</a:t>
            </a:r>
            <a:endParaRPr sz="3020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854825"/>
            <a:ext cx="8520600" cy="27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ca" sz="2800">
                <a:solidFill>
                  <a:schemeClr val="dk1"/>
                </a:solidFill>
              </a:rPr>
              <a:t>Planifico i prioritzo les tasques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ca" sz="2800">
                <a:solidFill>
                  <a:schemeClr val="dk1"/>
                </a:solidFill>
              </a:rPr>
              <a:t>Participo en la presa de decisions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ca" sz="2800">
                <a:solidFill>
                  <a:schemeClr val="dk1"/>
                </a:solidFill>
              </a:rPr>
              <a:t>Mantinc el focus en la tasca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ca" sz="2800">
                <a:solidFill>
                  <a:schemeClr val="dk1"/>
                </a:solidFill>
              </a:rPr>
              <a:t>Aporto idees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
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6513145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6513145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513145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513145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Propostes grup A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ca" sz="1900">
                <a:solidFill>
                  <a:schemeClr val="dk1"/>
                </a:solidFill>
              </a:rPr>
              <a:t>Collage </a:t>
            </a:r>
            <a:r>
              <a:rPr lang="ca" sz="1900">
                <a:solidFill>
                  <a:schemeClr val="dk1"/>
                </a:solidFill>
              </a:rPr>
              <a:t>amb els rius de la vida en forma de persona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ca" sz="1900">
                <a:solidFill>
                  <a:schemeClr val="dk1"/>
                </a:solidFill>
              </a:rPr>
              <a:t>Representar el present i el nostre futur</a:t>
            </a:r>
            <a:r>
              <a:rPr lang="ca" sz="1900">
                <a:solidFill>
                  <a:schemeClr val="dk1"/>
                </a:solidFill>
              </a:rPr>
              <a:t> amb diferents objectes en un espai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ca" sz="1900">
                <a:solidFill>
                  <a:schemeClr val="dk1"/>
                </a:solidFill>
              </a:rPr>
              <a:t>Laberint </a:t>
            </a:r>
            <a:r>
              <a:rPr lang="ca" sz="1900">
                <a:solidFill>
                  <a:schemeClr val="dk1"/>
                </a:solidFill>
              </a:rPr>
              <a:t>amb diferents entrades, diferents sortides (amb frases pel terra afectant les teves decisions, i persones que et van dient diferents coses per obstaculitzar i influir les teves decisions)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ca" sz="1900">
                <a:solidFill>
                  <a:schemeClr val="dk1"/>
                </a:solidFill>
              </a:rPr>
              <a:t>Marcar </a:t>
            </a:r>
            <a:r>
              <a:rPr b="1" lang="ca" sz="1900">
                <a:solidFill>
                  <a:schemeClr val="dk1"/>
                </a:solidFill>
              </a:rPr>
              <a:t>diferents camins</a:t>
            </a:r>
            <a:r>
              <a:rPr lang="ca" sz="1900">
                <a:solidFill>
                  <a:schemeClr val="dk1"/>
                </a:solidFill>
              </a:rPr>
              <a:t> al terra amb frases i dubtes, i que hagis de triar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ca" sz="1900">
                <a:solidFill>
                  <a:schemeClr val="dk1"/>
                </a:solidFill>
              </a:rPr>
              <a:t>Arbre </a:t>
            </a:r>
            <a:r>
              <a:rPr lang="ca" sz="1900">
                <a:solidFill>
                  <a:schemeClr val="dk1"/>
                </a:solidFill>
              </a:rPr>
              <a:t>amb fulles. Aquestes fulles són missatges i objectius de cara al futur. Les persones que hi assisteixen poden intervenir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ca" sz="1900">
                <a:solidFill>
                  <a:schemeClr val="dk1"/>
                </a:solidFill>
              </a:rPr>
              <a:t>Teatre</a:t>
            </a:r>
            <a:r>
              <a:rPr lang="ca" sz="1900">
                <a:solidFill>
                  <a:schemeClr val="dk1"/>
                </a:solidFill>
              </a:rPr>
              <a:t>, escena o acció performativa sobre el nostre futur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ca"/>
              <a:t>Propostes grup B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Museu amb objectes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Quadre o galeria d’art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Laberint vist des de fora (la gent escull les seves direccions)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Ruta (circuit) on les famílies escullen direccions (influenciades)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Balança (amb opinions i decisions i moments)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Teatre (intercanvi de vides, cos) representant moments de presa de decisions, amb una galeria que representa el cervell.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
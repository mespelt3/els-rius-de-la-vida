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72ca38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72ca38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572ca389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572ca38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572ca389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572ca389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572ca389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572ca389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572ca389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572ca389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572ca389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572ca389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5744e73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5744e73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579caa4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579caa4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579caa4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579caa4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jp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9" Type="http://schemas.openxmlformats.org/officeDocument/2006/relationships/image" Target="../media/image7.jpg"/><Relationship Id="rId5" Type="http://schemas.openxmlformats.org/officeDocument/2006/relationships/image" Target="../media/image5.png"/><Relationship Id="rId6" Type="http://schemas.openxmlformats.org/officeDocument/2006/relationships/image" Target="../media/image10.jp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10" Type="http://schemas.openxmlformats.org/officeDocument/2006/relationships/image" Target="../media/image13.png"/><Relationship Id="rId9" Type="http://schemas.openxmlformats.org/officeDocument/2006/relationships/image" Target="../media/image7.jpg"/><Relationship Id="rId5" Type="http://schemas.openxmlformats.org/officeDocument/2006/relationships/image" Target="../media/image5.png"/><Relationship Id="rId6" Type="http://schemas.openxmlformats.org/officeDocument/2006/relationships/image" Target="../media/image10.jp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HpMAJIV2W3IBZigyg7CT3_KBP-e88Hxd/view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emini_Generated_Image_z2poa7z2poa7z2po.png"/>
          <p:cNvPicPr preferRelativeResize="0"/>
          <p:nvPr/>
        </p:nvPicPr>
        <p:blipFill rotWithShape="1">
          <a:blip r:embed="rId3">
            <a:alphaModFix/>
          </a:blip>
          <a:srcRect b="0" l="8542" r="0" t="0"/>
          <a:stretch/>
        </p:blipFill>
        <p:spPr>
          <a:xfrm>
            <a:off x="4388300" y="302537"/>
            <a:ext cx="4150625" cy="45384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4294967295" type="title"/>
          </p:nvPr>
        </p:nvSpPr>
        <p:spPr>
          <a:xfrm>
            <a:off x="311700" y="1408575"/>
            <a:ext cx="3852900" cy="29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700"/>
              <a:t>RIA</a:t>
            </a:r>
            <a:endParaRPr b="1"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600"/>
              <a:t>El riu de la nostra vida</a:t>
            </a:r>
            <a:endParaRPr b="1"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En cap</a:t>
            </a:r>
            <a:r>
              <a:rPr lang="ca"/>
              <a:t>ítols anteriors…</a:t>
            </a:r>
            <a:endParaRPr/>
          </a:p>
        </p:txBody>
      </p:sp>
      <p:pic>
        <p:nvPicPr>
          <p:cNvPr id="61" name="Google Shape;61;p14" title="TASCA 1_ Riu de la vida (16 nov 2025 a la(s) 18_44).jpg"/>
          <p:cNvPicPr preferRelativeResize="0"/>
          <p:nvPr/>
        </p:nvPicPr>
        <p:blipFill rotWithShape="1">
          <a:blip r:embed="rId3">
            <a:alphaModFix/>
          </a:blip>
          <a:srcRect b="5138" l="4667" r="5591" t="11320"/>
          <a:stretch/>
        </p:blipFill>
        <p:spPr>
          <a:xfrm>
            <a:off x="2355887" y="1369625"/>
            <a:ext cx="3942180" cy="275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3308775" y="4291675"/>
            <a:ext cx="20364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520"/>
              <a:t>El riu de la meva vida</a:t>
            </a:r>
            <a:endParaRPr sz="15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En capítols anteriors…</a:t>
            </a:r>
            <a:endParaRPr/>
          </a:p>
        </p:txBody>
      </p:sp>
      <p:pic>
        <p:nvPicPr>
          <p:cNvPr id="68" name="Google Shape;68;p15" title="TASCA 1_ Riu de la vida (16 nov 2025 a la(s) 18_44).jpg"/>
          <p:cNvPicPr preferRelativeResize="0"/>
          <p:nvPr/>
        </p:nvPicPr>
        <p:blipFill rotWithShape="1">
          <a:blip r:embed="rId3">
            <a:alphaModFix/>
          </a:blip>
          <a:srcRect b="5138" l="4667" r="5591" t="11320"/>
          <a:stretch/>
        </p:blipFill>
        <p:spPr>
          <a:xfrm>
            <a:off x="634650" y="3455924"/>
            <a:ext cx="1164826" cy="8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42825" y="4325725"/>
            <a:ext cx="20364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SzPts val="1120"/>
              <a:buAutoNum type="arabicPeriod"/>
            </a:pPr>
            <a:r>
              <a:rPr lang="ca" sz="1120"/>
              <a:t>El riu de la meva vida</a:t>
            </a:r>
            <a:endParaRPr sz="1120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21502" r="9737" t="12998"/>
          <a:stretch/>
        </p:blipFill>
        <p:spPr>
          <a:xfrm>
            <a:off x="2927088" y="1286059"/>
            <a:ext cx="2391824" cy="20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type="title"/>
          </p:nvPr>
        </p:nvSpPr>
        <p:spPr>
          <a:xfrm>
            <a:off x="3104788" y="3455925"/>
            <a:ext cx="20364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2"/>
              <a:buNone/>
            </a:pPr>
            <a:r>
              <a:rPr lang="ca" sz="1520"/>
              <a:t>Entrevista a un referent</a:t>
            </a:r>
            <a:endParaRPr sz="152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6525" y="550197"/>
            <a:ext cx="2036400" cy="285787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type="title"/>
          </p:nvPr>
        </p:nvSpPr>
        <p:spPr>
          <a:xfrm>
            <a:off x="6044163" y="3455925"/>
            <a:ext cx="20364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520"/>
              <a:t>Póster entrevista</a:t>
            </a:r>
            <a:endParaRPr sz="15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En capítols anteriors…</a:t>
            </a:r>
            <a:endParaRPr/>
          </a:p>
        </p:txBody>
      </p:sp>
      <p:pic>
        <p:nvPicPr>
          <p:cNvPr id="79" name="Google Shape;79;p16" title="TASCA 1_ Riu de la vida (16 nov 2025 a la(s) 18_44).jpg"/>
          <p:cNvPicPr preferRelativeResize="0"/>
          <p:nvPr/>
        </p:nvPicPr>
        <p:blipFill rotWithShape="1">
          <a:blip r:embed="rId3">
            <a:alphaModFix/>
          </a:blip>
          <a:srcRect b="5138" l="4667" r="5591" t="11320"/>
          <a:stretch/>
        </p:blipFill>
        <p:spPr>
          <a:xfrm>
            <a:off x="634650" y="3455924"/>
            <a:ext cx="1164826" cy="8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42825" y="4325725"/>
            <a:ext cx="2088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20"/>
              <a:t>1.</a:t>
            </a:r>
            <a:r>
              <a:rPr lang="ca" sz="1120"/>
              <a:t>El riu de la meva vida</a:t>
            </a:r>
            <a:endParaRPr sz="1120"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21502" r="9737" t="12998"/>
          <a:stretch/>
        </p:blipFill>
        <p:spPr>
          <a:xfrm>
            <a:off x="2410825" y="3455926"/>
            <a:ext cx="945951" cy="8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type="title"/>
          </p:nvPr>
        </p:nvSpPr>
        <p:spPr>
          <a:xfrm>
            <a:off x="2290200" y="4382225"/>
            <a:ext cx="1722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2.</a:t>
            </a:r>
            <a:r>
              <a:rPr lang="ca" sz="1000"/>
              <a:t>Entrevista a un referent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+"/>
            </a:pPr>
            <a:r>
              <a:rPr lang="ca" sz="1000"/>
              <a:t>P</a:t>
            </a:r>
            <a:r>
              <a:rPr lang="ca" sz="1000"/>
              <a:t>óster</a:t>
            </a:r>
            <a:endParaRPr sz="1000"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075" y="3455935"/>
            <a:ext cx="656326" cy="92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TASCA 6_ Metàfora de la vida d'una persona referent (28 nov 2025 a la(s) 17_54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927877" y="-92350"/>
            <a:ext cx="2823249" cy="3764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type="title"/>
          </p:nvPr>
        </p:nvSpPr>
        <p:spPr>
          <a:xfrm>
            <a:off x="4777400" y="3274750"/>
            <a:ext cx="31557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520"/>
              <a:t>Metàfora de la vida d’un referent</a:t>
            </a:r>
            <a:endParaRPr sz="15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En capítols anteriors…</a:t>
            </a:r>
            <a:endParaRPr/>
          </a:p>
        </p:txBody>
      </p:sp>
      <p:pic>
        <p:nvPicPr>
          <p:cNvPr id="91" name="Google Shape;91;p17" title="TASCA 1_ Riu de la vida (16 nov 2025 a la(s) 18_44).jpg"/>
          <p:cNvPicPr preferRelativeResize="0"/>
          <p:nvPr/>
        </p:nvPicPr>
        <p:blipFill rotWithShape="1">
          <a:blip r:embed="rId3">
            <a:alphaModFix/>
          </a:blip>
          <a:srcRect b="5138" l="4667" r="5591" t="11320"/>
          <a:stretch/>
        </p:blipFill>
        <p:spPr>
          <a:xfrm>
            <a:off x="634650" y="3455924"/>
            <a:ext cx="1164826" cy="8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type="title"/>
          </p:nvPr>
        </p:nvSpPr>
        <p:spPr>
          <a:xfrm>
            <a:off x="42825" y="4325725"/>
            <a:ext cx="2088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20"/>
              <a:t>1.El riu de la meva vida</a:t>
            </a:r>
            <a:endParaRPr sz="1120"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4">
            <a:alphaModFix/>
          </a:blip>
          <a:srcRect b="0" l="21502" r="9737" t="12998"/>
          <a:stretch/>
        </p:blipFill>
        <p:spPr>
          <a:xfrm>
            <a:off x="2410825" y="3455926"/>
            <a:ext cx="945951" cy="8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title"/>
          </p:nvPr>
        </p:nvSpPr>
        <p:spPr>
          <a:xfrm>
            <a:off x="2290200" y="4382225"/>
            <a:ext cx="1722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2.Entrevista a un referent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+"/>
            </a:pPr>
            <a:r>
              <a:rPr lang="ca" sz="1000"/>
              <a:t>Póster</a:t>
            </a:r>
            <a:endParaRPr sz="1000"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075" y="3455935"/>
            <a:ext cx="656326" cy="92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TASCA 6_ Metàfora de la vida d'una persona referent (28 nov 2025 a la(s) 17_54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477910" y="3262514"/>
            <a:ext cx="980951" cy="13079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type="title"/>
          </p:nvPr>
        </p:nvSpPr>
        <p:spPr>
          <a:xfrm>
            <a:off x="4171575" y="4462175"/>
            <a:ext cx="15936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3.Metàfora de la vida d’un referent</a:t>
            </a:r>
            <a:endParaRPr sz="1000"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9850" y="1199575"/>
            <a:ext cx="4840726" cy="13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En capítols anteriors…</a:t>
            </a:r>
            <a:endParaRPr/>
          </a:p>
        </p:txBody>
      </p:sp>
      <p:pic>
        <p:nvPicPr>
          <p:cNvPr id="104" name="Google Shape;104;p18" title="TASCA 1_ Riu de la vida (16 nov 2025 a la(s) 18_44).jpg"/>
          <p:cNvPicPr preferRelativeResize="0"/>
          <p:nvPr/>
        </p:nvPicPr>
        <p:blipFill rotWithShape="1">
          <a:blip r:embed="rId3">
            <a:alphaModFix/>
          </a:blip>
          <a:srcRect b="5138" l="4667" r="5591" t="11320"/>
          <a:stretch/>
        </p:blipFill>
        <p:spPr>
          <a:xfrm>
            <a:off x="634650" y="3455924"/>
            <a:ext cx="1164826" cy="8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42825" y="4325725"/>
            <a:ext cx="2088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20"/>
              <a:t>1.El riu de la meva vida</a:t>
            </a:r>
            <a:endParaRPr sz="1120"/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4">
            <a:alphaModFix/>
          </a:blip>
          <a:srcRect b="0" l="21502" r="9737" t="12998"/>
          <a:stretch/>
        </p:blipFill>
        <p:spPr>
          <a:xfrm>
            <a:off x="2410825" y="3455926"/>
            <a:ext cx="945951" cy="8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2290200" y="4382225"/>
            <a:ext cx="1722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2.Entrevista a un referent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+"/>
            </a:pPr>
            <a:r>
              <a:rPr lang="ca" sz="1000"/>
              <a:t>Póster</a:t>
            </a:r>
            <a:endParaRPr sz="1000"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075" y="3455935"/>
            <a:ext cx="656326" cy="92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 title="TASCA 6_ Metàfora de la vida d'una persona referent (28 nov 2025 a la(s) 17_54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477910" y="3262514"/>
            <a:ext cx="980951" cy="130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type="title"/>
          </p:nvPr>
        </p:nvSpPr>
        <p:spPr>
          <a:xfrm>
            <a:off x="4171575" y="4462175"/>
            <a:ext cx="15936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3.Metàfora de la vida d’un referent</a:t>
            </a:r>
            <a:endParaRPr sz="1000"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5172" y="4013975"/>
            <a:ext cx="1386326" cy="3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5765175" y="4462175"/>
            <a:ext cx="15936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4</a:t>
            </a:r>
            <a:r>
              <a:rPr lang="ca" sz="1000"/>
              <a:t>.BCN Activa</a:t>
            </a:r>
            <a:endParaRPr sz="1000"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6162" y="388500"/>
            <a:ext cx="1924425" cy="26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ChatGPT Image 8 ene 2026, 11_44_5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0575" y="885269"/>
            <a:ext cx="2987324" cy="199030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>
            <p:ph type="title"/>
          </p:nvPr>
        </p:nvSpPr>
        <p:spPr>
          <a:xfrm>
            <a:off x="634650" y="1763950"/>
            <a:ext cx="31557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820"/>
              <a:t>Afluents després de la ESO</a:t>
            </a:r>
            <a:endParaRPr sz="1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En capítols anteriors…</a:t>
            </a:r>
            <a:endParaRPr/>
          </a:p>
        </p:txBody>
      </p:sp>
      <p:pic>
        <p:nvPicPr>
          <p:cNvPr id="121" name="Google Shape;121;p19" title="TASCA 1_ Riu de la vida (16 nov 2025 a la(s) 18_44).jpg"/>
          <p:cNvPicPr preferRelativeResize="0"/>
          <p:nvPr/>
        </p:nvPicPr>
        <p:blipFill rotWithShape="1">
          <a:blip r:embed="rId3">
            <a:alphaModFix/>
          </a:blip>
          <a:srcRect b="5138" l="4667" r="5591" t="11320"/>
          <a:stretch/>
        </p:blipFill>
        <p:spPr>
          <a:xfrm>
            <a:off x="634650" y="3455924"/>
            <a:ext cx="1164826" cy="81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type="title"/>
          </p:nvPr>
        </p:nvSpPr>
        <p:spPr>
          <a:xfrm>
            <a:off x="42825" y="4325725"/>
            <a:ext cx="2088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20"/>
              <a:t>1.El riu de la meva vida</a:t>
            </a:r>
            <a:endParaRPr sz="1120"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4">
            <a:alphaModFix/>
          </a:blip>
          <a:srcRect b="0" l="21502" r="9737" t="12998"/>
          <a:stretch/>
        </p:blipFill>
        <p:spPr>
          <a:xfrm>
            <a:off x="2174100" y="3455926"/>
            <a:ext cx="945951" cy="81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type="title"/>
          </p:nvPr>
        </p:nvSpPr>
        <p:spPr>
          <a:xfrm>
            <a:off x="2131725" y="4377025"/>
            <a:ext cx="17229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2.Entrevista a un referent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+"/>
            </a:pPr>
            <a:r>
              <a:rPr lang="ca" sz="1000"/>
              <a:t>Póster</a:t>
            </a:r>
            <a:endParaRPr sz="1000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0050" y="3348085"/>
            <a:ext cx="656326" cy="92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 title="TASCA 6_ Metàfora de la vida d'una persona referent (28 nov 2025 a la(s) 17_54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176735" y="3154651"/>
            <a:ext cx="980951" cy="130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>
            <p:ph type="title"/>
          </p:nvPr>
        </p:nvSpPr>
        <p:spPr>
          <a:xfrm>
            <a:off x="3977988" y="4377025"/>
            <a:ext cx="15936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3.Metàfora de la vida d’un referent</a:t>
            </a:r>
            <a:endParaRPr sz="1000"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8047" y="3932750"/>
            <a:ext cx="1386326" cy="3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type="title"/>
          </p:nvPr>
        </p:nvSpPr>
        <p:spPr>
          <a:xfrm>
            <a:off x="5558050" y="4325725"/>
            <a:ext cx="15936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4.BCN Activa</a:t>
            </a:r>
            <a:endParaRPr sz="100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1250" y="3132138"/>
            <a:ext cx="898925" cy="124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type="title"/>
          </p:nvPr>
        </p:nvSpPr>
        <p:spPr>
          <a:xfrm>
            <a:off x="7151650" y="4429900"/>
            <a:ext cx="15936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000"/>
              <a:t>5</a:t>
            </a:r>
            <a:r>
              <a:rPr lang="ca" sz="1000"/>
              <a:t>.Afluents després de la ESO</a:t>
            </a:r>
            <a:endParaRPr sz="1000"/>
          </a:p>
        </p:txBody>
      </p:sp>
      <p:pic>
        <p:nvPicPr>
          <p:cNvPr id="132" name="Google Shape;132;p19" title="ChatGPT Image 8 ene 2026, 11_44_56.png"/>
          <p:cNvPicPr preferRelativeResize="0"/>
          <p:nvPr/>
        </p:nvPicPr>
        <p:blipFill rotWithShape="1">
          <a:blip r:embed="rId9">
            <a:alphaModFix/>
          </a:blip>
          <a:srcRect b="11009" l="9869" r="15532" t="2984"/>
          <a:stretch/>
        </p:blipFill>
        <p:spPr>
          <a:xfrm>
            <a:off x="8001900" y="3687876"/>
            <a:ext cx="830400" cy="63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Gemini_Generated_Image_ntlec8ntlec8ntle.png"/>
          <p:cNvPicPr preferRelativeResize="0"/>
          <p:nvPr/>
        </p:nvPicPr>
        <p:blipFill rotWithShape="1">
          <a:blip r:embed="rId10">
            <a:alphaModFix/>
          </a:blip>
          <a:srcRect b="16002" l="0" r="0" t="15701"/>
          <a:stretch/>
        </p:blipFill>
        <p:spPr>
          <a:xfrm>
            <a:off x="4144125" y="240025"/>
            <a:ext cx="3936051" cy="26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34650" y="1763950"/>
            <a:ext cx="3155700" cy="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1820"/>
              <a:t>Els meus 80 anys en un full</a:t>
            </a:r>
            <a:endParaRPr sz="18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311688" y="3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Què hem de fer?</a:t>
            </a:r>
            <a:endParaRPr/>
          </a:p>
        </p:txBody>
      </p:sp>
      <p:pic>
        <p:nvPicPr>
          <p:cNvPr id="140" name="Google Shape;140;p20" title="ChatGPT Image 8 ene 2026, 11_47_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04" y="1556075"/>
            <a:ext cx="3539600" cy="23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 rotWithShape="1">
          <a:blip r:embed="rId4">
            <a:alphaModFix/>
          </a:blip>
          <a:srcRect b="0" l="19930" r="0" t="0"/>
          <a:stretch/>
        </p:blipFill>
        <p:spPr>
          <a:xfrm>
            <a:off x="5006825" y="236500"/>
            <a:ext cx="2934226" cy="204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571750"/>
            <a:ext cx="3863276" cy="21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311688" y="3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Instal·lacions artístiques performatives</a:t>
            </a:r>
            <a:endParaRPr/>
          </a:p>
        </p:txBody>
      </p:sp>
      <p:pic>
        <p:nvPicPr>
          <p:cNvPr id="148" name="Google Shape;148;p21" title="Doc Germinant Futur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0343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Heu de fer una proposta d’instal·lació artística (25’)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900">
                <a:solidFill>
                  <a:schemeClr val="dk1"/>
                </a:solidFill>
              </a:rPr>
              <a:t>Condicions: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ca" sz="1900">
                <a:solidFill>
                  <a:schemeClr val="dk1"/>
                </a:solidFill>
              </a:rPr>
              <a:t>La farem en un espai públic (teatre/sala d’actes)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ca" sz="1900">
                <a:solidFill>
                  <a:schemeClr val="dk1"/>
                </a:solidFill>
              </a:rPr>
              <a:t>La visitaran les famílies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ca" sz="1900">
                <a:solidFill>
                  <a:schemeClr val="dk1"/>
                </a:solidFill>
              </a:rPr>
              <a:t>Utilitzem material que hem fet durant el projecte i en crearem de nou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ca" sz="1900">
                <a:solidFill>
                  <a:schemeClr val="dk1"/>
                </a:solidFill>
              </a:rPr>
              <a:t>Una acció performativa per reforçar la instal·lació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900">
                <a:solidFill>
                  <a:schemeClr val="dk1"/>
                </a:solidFill>
              </a:rPr>
              <a:t>Objectiu: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ca" sz="1900">
                <a:solidFill>
                  <a:schemeClr val="dk1"/>
                </a:solidFill>
              </a:rPr>
              <a:t>Expressar la complexitat i la dificultat de la presa de decisions de l’adolescent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